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640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 Kaohsiung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5544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InterContinental 高雄洲際酒店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大富翁餐飲忠誠度遊戲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731520" y="3200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Culinary Journey Game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系統介紹 · 操作流程 · 測試入門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Tony Chen · Cluster Director of Digital Marketing · 2026-05-17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</a:rPr>
              <a:t>Demo 日:2026-05-31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這是什麼?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What is this game?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</a:rPr>
              <a:t>IC 高雄 5 間餐廳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的會員忠誠度遊戲。客人結帳後拿擲骰機會、走大富翁地圖、</a:t>
            </a:r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</a:rPr>
              <a:t>抽獎或拿固定獎品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3520440" cy="29260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6118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389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5212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餐廳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577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湛露 · Seeds · WA-RA · Hawker · BLT33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51960" y="3383280"/>
            <a:ext cx="3520440" cy="29260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6118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4389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</a:t>
            </a:r>
            <a:endParaRPr lang="en-US" sz="5400" dirty="0"/>
          </a:p>
        </p:txBody>
      </p:sp>
      <p:sp>
        <p:nvSpPr>
          <p:cNvPr id="14" name="Text 10"/>
          <p:cNvSpPr/>
          <p:nvPr/>
        </p:nvSpPr>
        <p:spPr>
          <a:xfrm>
            <a:off x="4526280" y="5212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NT$/擲骰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5577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每滿 NT$2,000 換 1 次擲骰機會,上限 5 次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55280" y="3383280"/>
            <a:ext cx="3520440" cy="292608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1188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4389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5400" dirty="0"/>
          </a:p>
        </p:txBody>
      </p:sp>
      <p:sp>
        <p:nvSpPr>
          <p:cNvPr id="19" name="Text 14"/>
          <p:cNvSpPr/>
          <p:nvPr/>
        </p:nvSpPr>
        <p:spPr>
          <a:xfrm>
            <a:off x="8229600" y="5212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點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29600" y="5577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走到 15 點抽大獎 → 自動下一季開始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三種拿擲骰機會的方式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Three ways to earn dice — all in customer's hand, staff intervention minimal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65760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📄 掃發票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961"/>
                </a:solidFill>
              </a:rPr>
              <a:t>Scan e-invoice QR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適用情境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客人有電子發票證明聯紙本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客人動作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自助掃發票左側 QR Code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耗時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</a:rPr>
              <a:t>~2 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5577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客人自己操作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182880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1828800"/>
            <a:ext cx="365760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📸 拍小白單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1772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961"/>
                </a:solidFill>
              </a:rPr>
              <a:t>Photo of POS slip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適用情境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客人用載具(沒拿到實體發票)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客人動作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自助拍小白單 → AI 辨識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耗時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</a:rPr>
              <a:t>~5 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17720" y="5577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客人自己操作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82880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1828800"/>
            <a:ext cx="365760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📷 結帳 QR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45820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961"/>
                </a:solidFill>
              </a:rPr>
              <a:t>Staff-issued QR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適用情境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58200" y="3154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緊急備援 / 上述都失敗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582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客人動作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5820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服務人員開 QR → 客人 LINE 掃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5820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</a:rPr>
              <a:t>耗時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58200" y="4983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</a:rPr>
              <a:t>~10 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58200" y="5577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服務人員主動發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客人完整流程 · 首次來店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Customer journey — first visit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加 LINE 好友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286000" y="21945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用手機 LINE 掃桌邊立牌 QR Code → 加 IC 高雄洲際酒店 LINE 官方帳號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685800" cy="6858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8346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0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綁定桌號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286000" y="31089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LINE 對話框輸入「table:ZL05」(您的桌號代碼)→ 收到綁定成功訊息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685800" cy="6858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3657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7490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8600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選角色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286000" y="40233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點訊息按鈕進 LIFF 遊戲 → 選擇熊熊 / 兔兔等角色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572000"/>
            <a:ext cx="685800" cy="6858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4572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6634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8600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結帳拿擲骰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2286000" y="49377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3 種方式擇一:📄 掃發票 / 📸 拍小白單 / 📷 掃服務人員的結帳 QR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40080" y="5486400"/>
            <a:ext cx="685800" cy="68580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5486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557784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走格子玩遊戲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2286000" y="58521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擲骰子走 1-3 點 → 落在抽獎格抽獎 / 固定獎品格直接領 → 過 15 點抽大獎下一季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客人重複來店 + 卡關處理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Repeat visit + escalation when something fails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重複來店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</a:rPr>
              <a:t>Returning Customer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✓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不用再加 LINE 好友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    (好友身份永久保留)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✓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重新打 </a:t>
            </a:r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table:XX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 綁桌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    (binding TTL 20 分鐘)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✓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結帳後同首次的步驟 4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    (掃發票 / 拍小白單 / 服務人員結帳 QR)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✓ 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獎品列表永久保留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    (跨季也不會消失)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486400" cy="4663440"/>
          </a:xfrm>
          <a:prstGeom prst="rect">
            <a:avLst/>
          </a:prstGeom>
          <a:solidFill>
            <a:srgbClr val="FEF3C7"/>
          </a:solidFill>
          <a:ln w="1905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</a:rPr>
              <a:t>兩次失敗 → 自動 escalation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08660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</a:rPr>
              <a:t>2-failure auto-escalation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9224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第 1 次失敗: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9224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紅色錯誤訊息 + 重試按鈕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9224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第 2 次失敗: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9224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紅色訊息 + 大黃色 banner「請洽服務人員」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92240" y="4434840"/>
            <a:ext cx="5029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5720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4526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已嘗試 2 次仍無法兌換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675120" y="50292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請洽現場服務人員協助,服務人員會為您「補發結帳 QR」,您只需用 LINE 相機掃一次即可開始遊戲。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三個角色 · 各做什麼?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Three roles in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客人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0876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</a:rPr>
              <a:t>Customer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2788920"/>
            <a:ext cx="310896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788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全程自助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4747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加 LINE 好友 + 綁桌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結帳後自助掃發票/拍小白單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走大富翁地圖、抽獎、領獎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跨季時自動下一季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7373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92024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服務人員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3492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</a:rPr>
              <a:t>Service Staff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2788920"/>
            <a:ext cx="310896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6" name="Text 12"/>
          <p:cNvSpPr/>
          <p:nvPr/>
        </p:nvSpPr>
        <p:spPr>
          <a:xfrm>
            <a:off x="4663440" y="2788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90% 不用做事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63440" y="34747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客人問怎麼玩 → 帶到桌邊立牌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客人卡關 → 看螢幕對照處理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緊急備援:開 /admin/checkout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PIN: 91097496(主管告知)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29600" y="1737360"/>
            <a:ext cx="36576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92024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8972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</a:rPr>
              <a:t>管理員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18972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</a:rPr>
              <a:t>Admin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503920" y="2788920"/>
            <a:ext cx="310896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3" name="Text 18"/>
          <p:cNvSpPr/>
          <p:nvPr/>
        </p:nvSpPr>
        <p:spPr>
          <a:xfrm>
            <a:off x="8503920" y="2788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後台監控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503920" y="34747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/admin/customers 看數據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換 PIN(懷疑外洩)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換 OpenAI 模型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C9A961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A1A"/>
                </a:solidFill>
              </a:rPr>
              <a:t>看 Zeabur 日誌 debug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服務人員緊急備援 · 結帳 QR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Checkout QR — staff backup workflow (under 30 seconds)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011680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開連結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/admin/checkout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(可加進桌面 / LINE Keep)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828800"/>
            <a:ext cx="21945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11880" y="2011680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6324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輸入 PIN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6324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91097496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(主管告知,session 記住)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21945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2011680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9496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輸入金額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如 NT$5,000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(系統自動算擲骰數)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43800" y="1828800"/>
            <a:ext cx="21945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75320" y="2011680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82753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72668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出 QR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2668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倒數 2 分鐘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2668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(過期重新產)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75520" y="1828800"/>
            <a:ext cx="21945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607040" y="2011680"/>
            <a:ext cx="731520" cy="731520"/>
          </a:xfrm>
          <a:prstGeom prst="ellipse">
            <a:avLst/>
          </a:prstGeom>
          <a:solidFill>
            <a:srgbClr val="0A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106070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005840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客人掃 QR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5840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相機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(自動兌換完成)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規則: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 NT$2,000 = 1 次擲骰,上限 5 次  ·  QR 2 分鐘失效  ·  第一個掃的人拿到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金額 &lt; NT$2,000 系統會擋(無擲骰機會)  ·  小卡可放服務站抽屜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反作弊四道鎖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Four anti-fraud locks — runs automatically, no staff effort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2011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LOCK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賣方統編必須是 91097496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防客人用其他餐廳(7-11、星巴克)發票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5029200" cy="50292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154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失敗訊息: </a:t>
            </a:r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</a:rPr>
              <a:t>「這張發票不是 IC 高雄洲際開的」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783080"/>
            <a:ext cx="109728" cy="2011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LOCK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日期必須是今天或昨天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防客人翻出舊發票 replay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3154680"/>
            <a:ext cx="5029200" cy="50292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154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失敗訊息: </a:t>
            </a:r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</a:rPr>
              <a:t>「發票日期過期,只能使用今天/昨天開立的發票」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023360"/>
            <a:ext cx="109728" cy="2011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LOCK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同一桌 20 分鐘內限一張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868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防同人雙領(發票 + 小白單 同筆消費)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5394960"/>
            <a:ext cx="5029200" cy="50292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394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失敗訊息: </a:t>
            </a:r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</a:rPr>
              <a:t>「您這一桌已經兌換過一張了」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4023360"/>
            <a:ext cx="54864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4023360"/>
            <a:ext cx="109728" cy="20116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LOCK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</a:rPr>
              <a:t>同一發票全世界只能用一次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53796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invoice_no PRIMARY KEY 全域 dedup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5394960"/>
            <a:ext cx="5029200" cy="50292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53949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失敗訊息: </a:t>
            </a:r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</a:rPr>
              <a:t>「此發票已被使用過,無法重複領取」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系統架構 · 一張圖看懂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System architecture — high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43891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</a:rPr>
              <a:t>👤 客人 / 服務人員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FRONT-END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LINE LIFF 遊戲頁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56616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5661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LINE 內建相機掃 QR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34340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343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/admin/checkout (服務)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12064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120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/admin/customers (主管)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023360" y="3657600"/>
            <a:ext cx="548640" cy="548640"/>
          </a:xfrm>
          <a:prstGeom prst="rtTriangle">
            <a:avLst/>
          </a:prstGeom>
          <a:solidFill>
            <a:srgbClr val="C9A961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828800"/>
            <a:ext cx="3291840" cy="4389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⚙️ Backend API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LIFF AUTH · TRIPLE LOCK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78892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/api/invoice/redeem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356616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35661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/api/invoice/redeem-receipt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434340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4343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/api/checkout-ticket/issue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512064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5120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gpt-4o vision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rot="5400000">
            <a:off x="8138160" y="3657600"/>
            <a:ext cx="548640" cy="548640"/>
          </a:xfrm>
          <a:prstGeom prst="rtTriangle">
            <a:avLst/>
          </a:prstGeom>
          <a:solidFill>
            <a:srgbClr val="C9A961"/>
          </a:solidFill>
          <a:ln/>
        </p:spPr>
      </p:sp>
      <p:sp>
        <p:nvSpPr>
          <p:cNvPr id="28" name="Shape 26"/>
          <p:cNvSpPr/>
          <p:nvPr/>
        </p:nvSpPr>
        <p:spPr>
          <a:xfrm>
            <a:off x="8778240" y="1828800"/>
            <a:ext cx="3291840" cy="438912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</a:rPr>
              <a:t>💾 PostgreSQL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86968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</a:rPr>
              <a:t>ZEABUR · PERSISTENT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06840" y="278892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00684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game_state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006840" y="356616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06840" y="35661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06840" y="434340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006840" y="4343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checkout_tickets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006840" y="5120640"/>
            <a:ext cx="2880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006840" y="5120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customer_events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月成本 + 應變措施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Monthly cost + contingency plan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45720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月成本估算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961"/>
                </a:solidFill>
              </a:rPr>
              <a:t>Monthly Cost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NT$ 800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/ 月 (5 餐廳合計)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Zeabur (backend + frontend + DB)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4754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~NT$500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OpenAI gpt-4o vision (~200 客/日)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5166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~NT$300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LINE Messaging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5577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961"/>
                </a:solidFill>
              </a:rPr>
              <a:t>免費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961"/>
                </a:solidFill>
              </a:rPr>
              <a:t>應變措施 / Contingency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2160" y="2240280"/>
            <a:ext cx="5943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42316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0" y="2331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Backend 全掛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58368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客人保留發票 → IT 重啟服務 → 5 分鐘修不好進「全人工模式」(紙本兌換券)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852160" y="3246120"/>
            <a:ext cx="5943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42900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83680" y="3337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OpenAI 帳號超額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58368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客人會看到「拍照辨識暫時無法使用」→ 服務人員開結帳 QR 補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852160" y="4251960"/>
            <a:ext cx="5943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43484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4343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PIN 外洩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583680" y="4709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IT 立刻在 Zeabur 改 STAFF_NUMERIC_PASSWORD → 通知餐飲部新 PIN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852160" y="5257800"/>
            <a:ext cx="5943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544068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583680" y="5349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服務人員不會操作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583680" y="5715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事前訓練 + 服務站抽屜放 5 步小卡 + LINE 群組隨時問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如何開始測試 · 5 分鐘上手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How to start testing — 5 minutes to verify it works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🛎️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測試 1:結帳 QR(最快)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961"/>
                </a:solidFill>
              </a:rPr>
              <a:t>Test #1: Checkout QR — fastest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1. 手機開 /admin/checkout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2. 輸 PIN: 91097496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3. 輸金額 5000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4. 另一手機 LINE 掃 QR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5. ✅ 應該拿到 2 次擲骰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5852160"/>
            <a:ext cx="3200400" cy="4572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852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40"/>
                </a:solidFill>
              </a:rPr>
              <a:t>預期:拿到擲骰機會 → 主畫面顯示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6576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📄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48640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測試 2:掃今天發票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961"/>
                </a:solidFill>
              </a:rPr>
              <a:t>Test #2: Scan today's e-invoice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1. LINE 加好友 + table:ZL05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2. 點「📄 掃發票拿擲骰機會」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3. 對準發票左側 QR Code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4. ~2 秒後驗證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5. ✅ 顯示 N 次擲骰機會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7720" y="5852160"/>
            <a:ext cx="3200400" cy="4572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5852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40"/>
                </a:solidFill>
              </a:rPr>
              <a:t>預期:拿到擲骰機會 → 主畫面顯示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645920"/>
            <a:ext cx="36576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📸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3268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測試 3:拍小白單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26880" y="2240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961"/>
                </a:solidFill>
              </a:rPr>
              <a:t>Test #3: Photograph POS slip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58200" y="27432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1. LINE 加好友 + 綁桌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2. 點「📸 我用載具(拍小白單)」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3. 拍今天的 IC 小白單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4. AI 辨識 ~3-5 秒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</a:rPr>
              <a:t>5. ✅ 顯示 N 次擲骰機會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58200" y="5852160"/>
            <a:ext cx="3200400" cy="4572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0" y="5852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A2540"/>
                </a:solidFill>
              </a:rPr>
              <a:t>預期:拿到擲骰機會 → 主畫面顯示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完整測試清單 + 反作弊驗證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Full test plan — see docs/TEST_PLAN.md for printable version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" cy="13716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28800"/>
            <a:ext cx="11018520" cy="137160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Group A · 快樂路徑(5 案例)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A1 首次加好友 + 綁桌 + 選角色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A2 掃今天電子發票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2331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A3 拍今天小白單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A4 服務人員結帳 QR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0" y="2331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A5 擲骰 → 抽獎 → 領獎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37160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337560"/>
            <a:ext cx="11018520" cy="137160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Group B · 反作弊驗證(9 案例)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B1 掃舊發票 → ❌ 過期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B2 掃昨天發票 → ✅ 邊界 valid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B3 別家發票 → ❌ 不是 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38404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B4 同張發票掃兩次 → ❌ 已用過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B5 ⭐ 先掃發票後拍小白單 → ❌ 同桌限一張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B6 ⭐ 反向:先小白單後發票 → ❌ 同上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38404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B7 金額 &lt; 2000 → ❌ 不足門檻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B8 沒綁桌 → ❌ 請先綁桌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B9 結帳 QR 過期 / 重複掃 → 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37160" cy="13716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846320"/>
            <a:ext cx="11018520" cy="1371600"/>
          </a:xfrm>
          <a:prstGeom prst="rect">
            <a:avLst/>
          </a:prstGeom>
          <a:solidFill>
            <a:srgbClr val="FAFA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</a:rPr>
              <a:t>Group C · UX 邊角(3 案例)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C1 連續 2 次失敗 → escalation banner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53492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C2 拍模糊 2 次 → escalation banner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534924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280"/>
                </a:solidFill>
              </a:rPr>
              <a:t>☐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C3 PIN 輸錯 + 登出流程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時程 + 聯絡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Timeline &amp; Contacts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54480" y="2194560"/>
            <a:ext cx="365760" cy="365760"/>
          </a:xfrm>
          <a:prstGeom prst="ellipse">
            <a:avLst/>
          </a:prstGeom>
          <a:solidFill>
            <a:srgbClr val="C9A961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2377440"/>
            <a:ext cx="192024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5/15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8.2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結帳 QR + 三重鎖 + AI 視覺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2194560"/>
            <a:ext cx="365760" cy="365760"/>
          </a:xfrm>
          <a:prstGeom prst="ellipse">
            <a:avLst/>
          </a:prstGeom>
          <a:solidFill>
            <a:srgbClr val="C9A961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377440"/>
            <a:ext cx="192024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5/16-17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Tony 測試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實際發票 + 小白單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365760" cy="3657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377440"/>
            <a:ext cx="192024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1206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5/18-30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微調 + 訓練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服務人員 SOP 演練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2194560"/>
            <a:ext cx="365760" cy="3657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2377440"/>
            <a:ext cx="192024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4066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5/31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Demo Day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0664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主管驗收 + 上線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698480" y="2194560"/>
            <a:ext cx="365760" cy="3657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</a:rPr>
              <a:t>6/1+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9264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5 餐廳全面運作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961"/>
                </a:solidFill>
              </a:rPr>
              <a:t>緊急聯絡  /  Emergency Contacts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7240" y="5349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產品 / 行銷主導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Tony Chen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943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tony.chen6@ihg.com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80560" y="5349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餐飲部主管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[現場填]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480560" y="5943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83880" y="5349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IT 部門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8388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[現場填]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183880" y="5943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 高雄 · 大富翁遊戲</dc:title>
  <dc:subject>PptxGenJS Presentation</dc:subject>
  <dc:creator>Tony Chen</dc:creator>
  <cp:lastModifiedBy>Tony Chen</cp:lastModifiedBy>
  <cp:revision>1</cp:revision>
  <dcterms:created xsi:type="dcterms:W3CDTF">2026-05-17T13:03:13Z</dcterms:created>
  <dcterms:modified xsi:type="dcterms:W3CDTF">2026-05-17T13:03:13Z</dcterms:modified>
</cp:coreProperties>
</file>