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 Kaohsiung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5544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InterContinental 高雄洲際酒店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味蕾旅程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Culinary Journey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大富翁遊戲 · 怎麼玩?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4 步驟 · 30 秒上手 · 拿大獎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3152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NT$ = 1 次擲骰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8056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4805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次/餐 上限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2296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點抽大獎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怎麼玩?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4 個步驟,30 秒搞定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103120"/>
            <a:ext cx="914400" cy="9144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3832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</a:rPr>
              <a:t>掃 QR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4846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用 LINE 相機掃桌邊的 QR Code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429000" y="1828800"/>
            <a:ext cx="27432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103120"/>
            <a:ext cx="914400" cy="9144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38328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</a:rPr>
              <a:t>結帳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520440" y="4846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結帳後系統自動算擲骰機會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8076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309360" y="1828800"/>
            <a:ext cx="27432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23760" y="2103120"/>
            <a:ext cx="914400" cy="9144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0" name="Text 16"/>
          <p:cNvSpPr/>
          <p:nvPr/>
        </p:nvSpPr>
        <p:spPr>
          <a:xfrm>
            <a:off x="72237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83280"/>
            <a:ext cx="731520" cy="7315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</a:rPr>
              <a:t>擲骰子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400800" y="4846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走大富翁地圖、抽獎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96112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9189720" y="1828800"/>
            <a:ext cx="27432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04120" y="2103120"/>
            <a:ext cx="914400" cy="9144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7" name="Text 22"/>
          <p:cNvSpPr/>
          <p:nvPr/>
        </p:nvSpPr>
        <p:spPr>
          <a:xfrm>
            <a:off x="101041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3383280"/>
            <a:ext cx="731520" cy="7315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116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</a:rPr>
              <a:t>拿獎品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9281160" y="4846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餐券、酒水折抵、住宿券...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 步 · 掃桌邊 QR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一掃就進遊戲 — 不用記桌號、不用打字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0" cy="4572000"/>
          </a:xfrm>
          <a:prstGeom prst="rect">
            <a:avLst/>
          </a:prstGeom>
          <a:solidFill>
            <a:srgbClr val="FAFAF9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961"/>
                </a:solidFill>
              </a:rPr>
              <a:t>您手機要做的事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2377440"/>
            <a:ext cx="1828800" cy="182880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377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</a:rPr>
              <a:t>打開 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→ 主畫面上方搜尋列 → 掃 QR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(或對話畫面右上角 QR 圖示)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737360"/>
            <a:ext cx="6858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961"/>
                </a:solidFill>
              </a:rPr>
              <a:t>掃完會發生什麼?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6360" y="2377440"/>
            <a:ext cx="502920" cy="5029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06440" y="2377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LINE 跳出加好友提示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2743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點「加入」加 IC 高雄洲際酒店 LINE 好友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66360" y="3337560"/>
            <a:ext cx="502920" cy="5029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0644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自動進入遊戲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06440" y="37033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LINE 內建瀏覽器自動開啟「味蕾旅程」遊戲頁面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66360" y="4297680"/>
            <a:ext cx="502920" cy="5029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06440" y="4297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選一個角色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06440" y="4663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從熊熊、兔兔等卡通角色選一個當您的代表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5257800"/>
            <a:ext cx="502920" cy="5029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0644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等結帳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06440" y="5623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系統已知道您在哪家餐廳,結帳後自動給擲骰機會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2 步 · 結帳拿擲骰機會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您結帳後,3 種方式擇一兌換 — 全部自助、不用找服務人員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868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掃發票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您是這種人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拿到電子發票證明聯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您動作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對準發票左側 QR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5212080"/>
            <a:ext cx="3200400" cy="64008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</a:rPr>
              <a:t>耗時 ~2 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36576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828800"/>
            <a:ext cx="3657600" cy="868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39496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拍小白單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您是這種人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用載具(沒實體發票)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您動作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拍小白單 → AI 自動辨識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5212080"/>
            <a:ext cx="3200400" cy="64008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</a:rPr>
              <a:t>耗時 ~5 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0" y="1828800"/>
            <a:ext cx="36576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1828800"/>
            <a:ext cx="3657600" cy="868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3544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</a:rPr>
              <a:t>掃結帳 QR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582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您是這種人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2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找服務人員協助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您動作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5820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服務人員出 QR → 您掃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58200" y="5212080"/>
            <a:ext cx="3200400" cy="64008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</a:rPr>
              <a:t>耗時 ~10 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擲骰機會怎麼算?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公式 = 每 NT$2,000 = 1 次,最多 5 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消費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NT$ 1,500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</a:rPr>
              <a:t>→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擲骰機會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不到 NT$2,000 門檻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1064240" cy="9601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消費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NT$ 2,398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1480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</a:rPr>
              <a:t>→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9436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擲骰機會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次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1064240" cy="9601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消費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NT$ 5,000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0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</a:rPr>
              <a:t>→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9436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擲骰機會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次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消費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NT$ 10,999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114800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</a:rPr>
              <a:t>→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94360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擲骰機會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次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4400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上限封頂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提示:同一桌每次用餐只能兌換一張發票(防止重複領取)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有什麼獎品?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走大富翁地圖 → 落在格子上拿獎品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011680"/>
          </a:xfrm>
          <a:prstGeom prst="rect">
            <a:avLst/>
          </a:prstGeom>
          <a:solidFill>
            <a:srgbClr val="F5F0E8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餐券折抵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10312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下次用餐時使用,5 餐廳通用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486400" cy="2011680"/>
          </a:xfrm>
          <a:prstGeom prst="rect">
            <a:avLst/>
          </a:prstGeom>
          <a:solidFill>
            <a:srgbClr val="F5F0E8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7744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酒水折抵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77240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下次點酒水時使用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486400" cy="2011680"/>
          </a:xfrm>
          <a:prstGeom prst="rect">
            <a:avLst/>
          </a:prstGeom>
          <a:solidFill>
            <a:srgbClr val="F5F0E8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0312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住宿券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2103120" y="5120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走到第 15 點抽到的大獎之一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486400" cy="2011680"/>
          </a:xfrm>
          <a:prstGeom prst="rect">
            <a:avLst/>
          </a:prstGeom>
          <a:solidFill>
            <a:srgbClr val="F5F0E8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72000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甜點 / 飲料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7772400" y="5120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現場直接兌換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常見問題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Frequently Asked Questions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4173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我消費 NT$3,500 是幾次擲骰?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 次。公式 floor(3,500 / 2,000) =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86400" cy="14173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兩個人各拿一張發票,可以分別掃嗎?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不行,同桌只能兌換一張。請合併結帳。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86400" cy="14173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74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我下次來,還要再加 LINE 好友嗎?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不用,加過一次永久保留。再來只要重新掃桌邊 QR。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5486400" cy="14173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74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用 IHG 餐券折抵的金額算嗎?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023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算。發票總計多少就給多少擲骰。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86400" cy="14173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29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走到 15 點抽到大獎後呢?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577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進入下一季,點數歸零,但已領獎品永久保留。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892040"/>
            <a:ext cx="5486400" cy="14173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9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卡關了找誰?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577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找現場服務人員,他們有備援可幫您快速完成。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現在就開始玩!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</a:rPr>
              <a:t>Start Playing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0" y="256032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320040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5212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QR 在桌邊立牌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5669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用 LINE 相機掃一下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961"/>
                </a:solidFill>
              </a:rPr>
              <a:t>祝您 用餐愉快 · 中大獎!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高雄 · 大富翁遊戲 · 客人教學</dc:title>
  <dc:subject>PptxGenJS Presentation</dc:subject>
  <dc:creator>Tony Chen</dc:creator>
  <cp:lastModifiedBy>Tony Chen</cp:lastModifiedBy>
  <cp:revision>1</cp:revision>
  <dcterms:created xsi:type="dcterms:W3CDTF">2026-05-18T03:07:48Z</dcterms:created>
  <dcterms:modified xsi:type="dcterms:W3CDTF">2026-05-18T03:07:48Z</dcterms:modified>
</cp:coreProperties>
</file>