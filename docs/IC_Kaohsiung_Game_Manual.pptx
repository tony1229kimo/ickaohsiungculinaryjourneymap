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 Kaohsiung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544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InterContinental 高雄洲際酒店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使用手冊培訓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大富翁餐飲忠誠度遊戲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給同事看的版本 · 服務人員培訓必備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937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餐廳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4937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4805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兌換路徑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937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秒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22960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結帳 QR 操作完成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Tony Chen · 2026-05-17 · Demo 5/31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秒看完版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給沒空的人 — 看這一頁就懂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客人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 在 IC 餐廳消費 → </a:t>
            </a:r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拿擲骰機會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 → 走大富翁 → </a:t>
            </a:r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抽獎拿餐券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。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規則:每 NT$2,000 = 1 次擲骰,上限 5 次。15 點抽大獎進下一季。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657600" cy="2743200"/>
          </a:xfrm>
          <a:prstGeom prst="rect">
            <a:avLst/>
          </a:prstGeom>
          <a:solidFill>
            <a:srgbClr val="FAFAF9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03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客人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310896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全部自助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加 LINE → 綁桌 → 掃發票 / 拍小白單 / 掃結帳 QR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3566160"/>
            <a:ext cx="3657600" cy="2743200"/>
          </a:xfrm>
          <a:prstGeom prst="rect">
            <a:avLst/>
          </a:prstGeom>
          <a:solidFill>
            <a:srgbClr val="FAFAF9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03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</a:rPr>
              <a:t>服務人員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663440" y="4434840"/>
            <a:ext cx="310896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2"/>
          <p:cNvSpPr/>
          <p:nvPr/>
        </p:nvSpPr>
        <p:spPr>
          <a:xfrm>
            <a:off x="466344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90% 不用做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卡關時補開「結帳 QR」, 客訴時用「客訴查詢」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3566160"/>
            <a:ext cx="3657600" cy="2743200"/>
          </a:xfrm>
          <a:prstGeom prst="rect">
            <a:avLst/>
          </a:prstGeom>
          <a:solidFill>
            <a:srgbClr val="FAFAF9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7033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</a:rPr>
              <a:t>主管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8503920" y="4434840"/>
            <a:ext cx="310896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17"/>
          <p:cNvSpPr/>
          <p:nvPr/>
        </p:nvSpPr>
        <p:spPr>
          <a:xfrm>
            <a:off x="850392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後台監控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0392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看數據 / 換 PIN / 訓練服務人員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客人怎麼拿擲骰機會?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結帳後三選一 — 都在客人手上,服務人員 90% 不用介入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掃發票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正常客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有電子發票證明聯紙本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動作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自助掃發票左側 QR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39496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耗時 ~2 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828800"/>
            <a:ext cx="36576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📸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3949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拍小白單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載具客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用載具,沒實體發票,只有小白單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動作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自助拍小白單 → AI 辨識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539496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耗時 ~5 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828800"/>
            <a:ext cx="36576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2354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結帳 QR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2354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緊急備援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上述都失敗 / 客人卡關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動作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服務人員開 QR → 客人 LINE 掃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58200" y="539496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耗時 ~10 秒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服務人員 · 90% 時間什麼都不用做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客人會自己做這些事,您不用介入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solidFill>
            <a:srgbClr val="ECFDF5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✓ 客人自己會做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加 LINE 好友(自己掃桌邊 QR)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綁桌號(自己打 table:XX)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選角色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掃發票拿擲骰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拍小白單拿擲骰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擲骰子、走大富翁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抽獎、拿固定獎品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跨季時自動下一季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</a:rPr>
              <a:t>🛎 您只在這 3 種狀況介入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8"/>
          <p:cNvSpPr/>
          <p:nvPr/>
        </p:nvSpPr>
        <p:spPr>
          <a:xfrm>
            <a:off x="6492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1323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客人問「怎麼玩?」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帶到桌邊立牌,口頭教他掃 + 打 table:XX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92240" y="384048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1323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客人卡關(黃色 banner)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132320" y="4251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走「結帳 QR」6 步流程補發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507492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132320" y="5074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客人吵發票沒用過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132320" y="5486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走「客訴查詢」3 色結果,證據說話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結帳 QR · 6 步驟 SOP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練到 30 秒以內完成 — 這是您最常用的工具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開連結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(存桌面 / LINE Keep)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0008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1508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150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41448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輸 PIN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41448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41448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(主管告知)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42816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4316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431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34256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輸發票編號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34256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BM36258896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34256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(小白單上 抄)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35624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7124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670712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27064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輸金額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 5000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(系統自動算擲骰)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28432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99932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859993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119872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出 QR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19872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倒數 2:00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19872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(過期重產)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21240" y="1828800"/>
            <a:ext cx="17830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92740" y="201168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104927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01268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客人掃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1268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相機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12680" y="4526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(完成)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577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規則: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 NT$2,000 = 1 次擲骰,上限 5 次  ·  </a:t>
            </a:r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發票編號必填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(防雙領)  ·  QR 2 分鐘失效  ·  只第一人掃到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若同一張發票編號 已被使用過 → 系統會擋,並顯示之前誰用的紀錄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客訴查詢工具 · /admin/lookup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客人吵「我這張發票明明沒用過!」→ 用系統紀錄說話,不要用嘴跟客人爭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</a:rPr>
              <a:t>1.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開 /admin/lookup    </a:t>
            </a:r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</a:rPr>
              <a:t>2.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輸 PIN(同結帳 QR)    </a:t>
            </a:r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</a:rPr>
              <a:t>3.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輸發票編號 → 點查詢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657600" cy="3703320"/>
          </a:xfrm>
          <a:prstGeom prst="rect">
            <a:avLst/>
          </a:prstGeom>
          <a:solidFill>
            <a:srgbClr val="ECFDF5"/>
          </a:solidFill>
          <a:ln w="254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🟢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F46"/>
                </a:solidFill>
              </a:rPr>
              <a:t>綠 = 未使用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F46"/>
                </a:solidFill>
              </a:rPr>
              <a:t>狀態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客人沒說謊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F46"/>
                </a:solidFill>
              </a:rPr>
              <a:t>怎麼做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引導他自助掃發票, 或為他開結帳 QR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697480"/>
            <a:ext cx="3657600" cy="3703320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🔴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39496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1B"/>
                </a:solidFill>
              </a:rPr>
              <a:t>紅 = 已被使用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</a:rPr>
              <a:t>狀態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977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顯示時間 / 使用者 / 桌號 / 金額 / 擲骰數 / 兌換方式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</a:rPr>
              <a:t>怎麼做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5440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把畫面給客人看, 紀錄不可竄改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2697480"/>
            <a:ext cx="3657600" cy="370332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🟡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</a:rPr>
              <a:t>黃 = 已開 QR 沒掃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582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</a:rPr>
              <a:t>狀態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3977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2 分鐘內已開過 QR,客人還沒掃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</a:rPr>
              <a:t>怎麼做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5440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請客人立刻掃, 或等過期再重開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客人手機錯誤訊息 · 對照處理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客人指著螢幕說「掃不過」時,對照下表給對應處理方式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</a:rPr>
              <a:t>客人看到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</a:rPr>
              <a:t>真實原因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</a:rPr>
              <a:t>您怎麼做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44805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請先掃描桌邊立牌 QR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還沒綁桌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38160" y="178308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帶他綁桌 table:XX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31136"/>
            <a:ext cx="1106424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31136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不是電子發票格式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掃到菜單 / 別的 QR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223113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對準發票左側 QR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11064240" cy="44805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79192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不是 IC 高雄洲際開的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7919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別家發票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267919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沒辦法給(規則)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106424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27248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發票日期過期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127248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翻出舊發票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38160" y="3127248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走 結帳 QR 補發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75304"/>
            <a:ext cx="11064240" cy="44805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75304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此發票已被使用過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75304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已領 / 同行幫領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38160" y="357530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走 客訴查詢 確認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1106424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23360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這一桌已兌換過一張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023360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同桌已用一張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38160" y="402336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走 客訴查詢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71416"/>
            <a:ext cx="11064240" cy="44805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71416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金額需滿 NT$2,000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471416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消費沒到門檻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447141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告知無法參加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919472"/>
            <a:ext cx="1106424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919472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圖片不夠清楚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491947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拍小白單模糊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38160" y="491947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光線好處重拍 / 結帳 QR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367528"/>
            <a:ext cx="11064240" cy="44805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367528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不像 IC 的單據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46320" y="5367528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AI 看不出抬頭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38160" y="5367528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確認小白單完整 / 結帳 QR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815584"/>
            <a:ext cx="1106424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815584"/>
            <a:ext cx="4114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黃色 請洽服務人員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6320" y="5815584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連續 2 次失敗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138160" y="581558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直接走 結帳 QR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結論:幾乎所有狀況最終答案 = 走「結帳 QR」流程補發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反作弊規則 · 您不用記但要理解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理解為什麼系統會擋人,跟客人解釋時比較有底氣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規則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賣方必須是 IC 高雄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怎麼擋: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檢查賣方統編 91097496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為什麼: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防 7-11 / 星巴克 / 別家發票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客人會看到: 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91B1B"/>
                </a:solidFill>
              </a:rPr>
              <a:t>不是 IC 高雄洲際開的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規則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日期必須是今天或昨天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怎麼擋: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比對發票日期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為什麼: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防客人翻出舊發票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客人會看到: 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91B1B"/>
                </a:solidFill>
              </a:rPr>
              <a:t>發票日期過期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2336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規則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同一桌限一張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怎麼擋: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同 user + 同 table 20 分鐘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為什麼: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防同筆消費同人雙領(發票+小白單)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客人會看到: 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91B1B"/>
                </a:solidFill>
              </a:rPr>
              <a:t>這一桌已兌換過一張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02336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規則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同一張全世界唯一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怎麼擋: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invoice_no 全域唯一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為什麼: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防同張發票多次掃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</a:rPr>
              <a:t>客人會看到: 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91B1B"/>
                </a:solidFill>
              </a:rPr>
              <a:t>此發票已被使用過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絕對不要做的事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這些事情會破壞系統設計或讓客人資料外洩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PIN 寫在紙上貼牆上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194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客人可能偷看,只用口頭傳達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QR Code 截圖傳給多人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63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只第一個掃的人拿得到,其他人會看不到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為了討好客人破壞規則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「同桌一張」是反作弊設計,主動破壞會被審計記錄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110642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262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替客人輸 LINE 帳號 / 密碼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客人個資不該由您經手,他自己掃就好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9496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相信「我朋友剛剛幫我領了」這種說法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用客訴查詢工具驗證,不要憑信任放行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應變措施 · 11 種異常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出事時翻這頁 — 每種異常都有對應處理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Backend 全掛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餐廳保留發票,IT 重啟,5 分鐘修不好走全人工(異常 8)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0020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Frontend 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用備用 URL -v2 或 rollback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OpenAI 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客人會被引導找服務人員,走結帳 QR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6888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資料庫掛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Zeabur 重啟 postgresql,不要 drop 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33756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PIN 外洩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IT 立刻在 Zeabur 改 PIN,主管告知新 PIN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15468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33756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同行人也想領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告知同桌限一張,設計上就是這樣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2336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20624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客人手機 / LINE 問題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3444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連 WiFi,真不行走結帳 QR(他有 LINE 帳號即可)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402336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420624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0372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全人工模式(系統掛 30 分+)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發紙本兌換券,下次來補發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89204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507492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234440" y="4983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Demo / VIP 在場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23444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多備 5 部手機,IT 雙重 on-call,1 分鐘介入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489204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507492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03720" y="4983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服務人員不會操作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0372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找主管 / LINE 群組,不要當場試錯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5760720"/>
            <a:ext cx="5486400" cy="77724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" y="5943600"/>
            <a:ext cx="411480" cy="41148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234440" y="5852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客人作弊 / 假發票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234440" y="6172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系統會自動擋,重大事件走法務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常見問答 FAQ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您可能會被客人或同事問到的問題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消費 NT$3,500 幾次擲骰?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 次。公式 floor(3500/2000) =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消費 NT$15,000?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5 次(上限),即使 7.5 也只給 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兩張發票分別掃?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不行。同桌 20 分鐘限一張,請合併結帳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63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同行兩人各自 LINE 各拿一份?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不行,同桌限一張。要兩人都玩得分桌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加好友沒玩過幾天回來還算嗎?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算。好友身份永久,綁桌重打 table:XX 即可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251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過 15 點抽大獎,獎品紀錄會消失?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663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不會。永久保留,下季從 0 點開始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40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結帳 QR 過期再產,前一張還能用?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不能。每 token 有獨立 TTL,過期或被掃即廢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5349240"/>
            <a:ext cx="5486400" cy="10972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5440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客人說「服務人員昨天答應我可以領」?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5852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用客訴查詢驗證系統紀錄。系統紀錄為準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緊急聯絡 + 系統連結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Emergency Contacts &amp; System URLs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</a:rPr>
              <a:t>緊急聯絡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客人多次卡關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375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餐飲部主管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&lt; 5 分鐘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Backend 整個掛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3756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IT 部門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834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&lt; 15 分鐘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OpenAI 帳號超額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行銷主管 → 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&lt; 30 分鐘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PIN 外洩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3756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IT 立刻改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389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&lt; 10 分鐘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Demo 5/31 異常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Tony + 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4983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立即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客人投訴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37560" y="5577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餐飲 + 行銷主管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5577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&lt; 1 小時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</a:rPr>
              <a:t>系統連結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49224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Base URL: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922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ickhh-culinary-game-v2.zeabur.app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49224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客人遊戲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7325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 (根路徑)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結帳 QR(服務)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73252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.../admin/checkout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9224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客訴查詢(服務)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873252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.../admin/lookup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4922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行銷後台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73252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.../admin/customers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49224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公開介紹頁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873252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.../about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Text 37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Tony Chen · tony.chen6@ihg.com · 2026-05-17 · Demo 2026-05-31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高雄 · 大富翁遊戲 使用手冊</dc:title>
  <dc:subject>PptxGenJS Presentation</dc:subject>
  <dc:creator>Tony Chen</dc:creator>
  <cp:lastModifiedBy>Tony Chen</cp:lastModifiedBy>
  <cp:revision>1</cp:revision>
  <dcterms:created xsi:type="dcterms:W3CDTF">2026-05-17T13:28:03Z</dcterms:created>
  <dcterms:modified xsi:type="dcterms:W3CDTF">2026-05-17T13:28:03Z</dcterms:modified>
</cp:coreProperties>
</file>